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E85D2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F7A4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SpiceStrong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High-Protein Cooking, Powered by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Plan  |  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your gains. One recipe at a time.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468880" y="14630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gym-goers say meal prep is their biggest struggle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468880" y="25603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— the typical rotation before "chicken fatigue" sets 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657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3657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fitness apps ignore the kitchen entirely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ISSA 2024 Nutrition Survey, Mintel Fitness App Report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SpiceStrong is a guided cooking app that uses AI to generate infinite high-protein recipes — then walks you through cooking them step by step with voice narration.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65760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529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Builder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generates recipes from your preferences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651760"/>
            <a:ext cx="365760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5292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Protein Sources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235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Non-veg, vegetarian, and vegan options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749040"/>
            <a:ext cx="365760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5020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Voice-Guided Cooking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0020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narration for every step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749040"/>
            <a:ext cx="365760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5020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Nutrition Data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62356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Calories, protein, carbs, and fat per recipe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Audience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918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Persona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21945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Macro-Conscious Lifter"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22-35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macros daily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Cooks 4-5x per week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of bland "bro food"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flavor + function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 fitness social media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657600" cy="32918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2064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They Are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031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TikTok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62356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&amp; meal prep content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623560" y="2926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r/mealprep, r/fitness, r/gainit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38328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2356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62356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cooking channels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02336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2356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communities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62356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CrossFit boxes, bodybuilding forums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3533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Seeding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0" y="1737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in r/mealprep, r/fitness, r/gainit and bodybuilding forums. Share real recipes made with the app. Build trust before promoting.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5420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Micro-Influencer Partnerships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28800" y="2926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5-10 fitness creators (5K-50K followers) for authentic recipe demos. Offer free access + affiliate codes.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8862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37307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828800" y="4114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4-5x/week on Instagram Reels and TikTok: recipe timelapses, macro breakdowns, "protein hack" clips. Drive to App Store.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B84A1E"/>
          </a:solidFill>
          <a:ln/>
        </p:spPr>
      </p:sp>
      <p:sp>
        <p:nvSpPr>
          <p:cNvPr id="16" name="Text 11"/>
          <p:cNvSpPr/>
          <p:nvPr/>
        </p:nvSpPr>
        <p:spPr>
          <a:xfrm>
            <a:off x="1097280" y="4480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 100% Free  ·  Zero data collection  ·  AI-powered infinite variety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Allocation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Total  |  30-Day Launch Window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1874520"/>
            <a:ext cx="640080" cy="2286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Gifting &amp; Affiliate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1847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micro-influencers, free product + commission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7315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2743200"/>
            <a:ext cx="640080" cy="2286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377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Ads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2715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TikTok ads targeting fitness audiences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3611880"/>
            <a:ext cx="640080" cy="2286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611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3246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35844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photography, video editing tools, props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05840" y="4480560"/>
            <a:ext cx="640080" cy="2286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480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4114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PR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286000" y="44531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promoted posts, fitness blog outreach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4-Week Launch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481328"/>
            <a:ext cx="274320" cy="2743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" y="1755648"/>
            <a:ext cx="54864" cy="43891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276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listing polish · Social profiles live · Content calendar set · Influencer outreach begins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395728"/>
            <a:ext cx="274320" cy="2743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670048"/>
            <a:ext cx="54864" cy="43891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5420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Reddit posts · Influencer samples sent · Daily Reels/TikToks begin · Beta tester feedback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310128"/>
            <a:ext cx="274320" cy="274320"/>
          </a:xfrm>
          <a:prstGeom prst="ellipse">
            <a:avLst/>
          </a:prstGeom>
          <a:solidFill>
            <a:srgbClr val="E85D2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584448"/>
            <a:ext cx="54864" cy="43891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Push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4564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posts go live · Paid ads activated · Product Hunt submission · PR outreach to fitness blogs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224528"/>
            <a:ext cx="274320" cy="2743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3708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channels · User-generated content campaign · Retargeting ads · Performance review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16459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377440" cy="16459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Retention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within 7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377440" cy="16459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/ User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 week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Targets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75888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Rating:  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83464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4.5+ stars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758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206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Followers:  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85800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combined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7880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vs. Paid Ratio:  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83464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60/40 by Week 4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17880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206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Install:  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580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$1.00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E85D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App Store listing copy and screenshots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Instagram @spicestrong and TikTok accounts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first batch of 10 recipe videos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15 micro-influencers with pitch deck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analytics (downloads, retention, recipe events)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Week 1 activities by April 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cook something great.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SpiceStrong Marketing Plan</dc:title>
  <dc:subject>PptxGenJS Presentation</dc:subject>
  <dc:creator>SpiceStrong</dc:creator>
  <cp:lastModifiedBy>SpiceStrong</cp:lastModifiedBy>
  <cp:revision>1</cp:revision>
  <dcterms:created xsi:type="dcterms:W3CDTF">2026-03-31T06:31:12Z</dcterms:created>
  <dcterms:modified xsi:type="dcterms:W3CDTF">2026-03-31T06:31:12Z</dcterms:modified>
</cp:coreProperties>
</file>