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SpiceStrong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Strong. Eat Smart.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High-Protein Cooking for the Health-Conscious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Venkatesha Gowda  |  Founder, SpiceStrong Labs  |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45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 Fatigue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enthusiasts eat the same 5 bland meals on repeat. Static recipe apps don't adapt to preferences or goals.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459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 Gap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47472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recipe apps ignore macros entirely. Users are left guessing whether their meals actually support their fitness targets.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Cooking Friction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30936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users find good recipes, they struggle with execution — no guidance, no timers, no hands-free help.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SpiceStrong is an AI-powered personal chef for high-protein cooking. It generates unique recipes on demand, guides users through cooking with voice narration, and tracks macros — all in one app.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9319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0"/>
            <a:ext cx="54864" cy="1097280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23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Recipe Generation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creates unique, personalized recipes — not a static database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2194560"/>
            <a:ext cx="39319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194560"/>
            <a:ext cx="54864" cy="1097280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4231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Voice-Guided Cooking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TTS narrates each step, hands-free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39319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Macro Tracking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7160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Calories, protein, carbs, fat — automatically calculated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Shape 15"/>
          <p:cNvSpPr/>
          <p:nvPr/>
        </p:nvSpPr>
        <p:spPr>
          <a:xfrm>
            <a:off x="4754880" y="3566160"/>
            <a:ext cx="54864" cy="1097280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947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Protein Sources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692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Chicken, fish, paneer, tofu, lentils, and more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Modern AI Infrastructure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flagship model powers intelligent recipe generation with deep nutritional understanding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ElevenLabs TTS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voice narration for hands-free cooking guidance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532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Native + Expo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— iOS and Android from a single codebase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423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532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with row-level security, real-time sync, and edge functions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DALL-E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recipe imagery for visual appeal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codebase for reliability and maintainability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$8.1B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recipe app 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 (CAGR 15.4%)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180M+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actively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fitness or nutrition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560320" cy="2011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content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The convergence of generative AI, health consciousness, and mobile-first lifestyles creates a unique window for AI-native cooking apps to replace static recipe databases.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Opportunity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SpiceStrong can enhance the T-Life experience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45720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Integration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AI-generated recipes and nutrition content directly into T-Life's wellness section — daily fresh content that drives engagement.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63040"/>
            <a:ext cx="3931920" cy="45720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Perk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32120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SpiceStrong Pro as a T-Mobile customer exclusive — a compelling wellness benefit that differentiates the Un-carrier experience.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200400"/>
            <a:ext cx="3931920" cy="45720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Engine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23444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 T-Life branded cooking experience using SpiceStrong's AI recipe engine — your brand, our technology.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200400"/>
            <a:ext cx="3931920" cy="45720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Partnership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53212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SpiceStrong's recipe generation API into T-Life alongside existing health and lifestyle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SpiceStrong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Retrofitted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day one with generative AI at the core — not a legacy app with AI bolted 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005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54864" cy="100584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Execution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apps shipped to the App Store by a solo founder. Lean, fast, and production-ready.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931920" cy="1005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23160"/>
            <a:ext cx="54864" cy="100584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32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Privacy-First 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user data collection. Aligns with consumer privacy expectations and brand trust.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3931920" cy="1005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423160"/>
            <a:ext cx="54864" cy="100584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532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 Fresh Content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unique recipes on every request. No content licensing, no stale databases.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931920" cy="1005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57600"/>
            <a:ext cx="54864" cy="100584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Ownership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founder who understands the entire stack: mobile, backend, AI, deployment, and product.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3931920" cy="1005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657600"/>
            <a:ext cx="54864" cy="100584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Integration-Ready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API architecture (Supabase + edge functions) makes third-party integration straightforward.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Something Together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SpiceStrong is ready to scale. Whether as a T-Life integration, a customer perk, or a white-label solution — the AI engine is built, the product is live, and the opportunity is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SpiceStrong's AI recipe generation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on integration architecture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 scoping and timeline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Venky Gowda  |  vgowda@gmail.com  |  SpiceStrong on the App Store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SpiceStrong — AI-Powered High-Protein Cooking</dc:title>
  <dc:subject>PptxGenJS Presentation</dc:subject>
  <dc:creator>Venkatesha Gowda</dc:creator>
  <cp:lastModifiedBy>Venkatesha Gowda</cp:lastModifiedBy>
  <cp:revision>1</cp:revision>
  <dcterms:created xsi:type="dcterms:W3CDTF">2026-04-17T18:18:14Z</dcterms:created>
  <dcterms:modified xsi:type="dcterms:W3CDTF">2026-04-17T18:18:14Z</dcterms:modified>
</cp:coreProperties>
</file>